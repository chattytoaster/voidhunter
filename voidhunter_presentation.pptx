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0" autoAdjust="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597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4B6C9-FAC1-4BC2-B3CC-22F49CB9BB39}" type="datetimeFigureOut">
              <a:rPr lang="ru-RU" smtClean="0"/>
              <a:t>29.06.2026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2C241-F1F2-4DFA-A37C-946D9EBB996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199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2C241-F1F2-4DFA-A37C-946D9EBB996C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1235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2C241-F1F2-4DFA-A37C-946D9EBB996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1754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929075" y="998113"/>
            <a:ext cx="8332630" cy="4861773"/>
          </a:xfrm>
          <a:prstGeom prst="ellipse">
            <a:avLst/>
          </a:prstGeom>
          <a:solidFill>
            <a:srgbClr val="0C0C23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534095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6400" b="1">
                <a:solidFill>
                  <a:srgbClr val="00FFC8"/>
                </a:solidFill>
                <a:latin typeface="Arial"/>
              </a:defRPr>
            </a:pPr>
            <a:r>
              <a:rPr dirty="0"/>
              <a:t>VOIDHUNTER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340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  <a:defRPr sz="2000" i="1">
                <a:solidFill>
                  <a:srgbClr val="F0F0F5"/>
                </a:solidFill>
                <a:latin typeface="Georgia"/>
              </a:defRPr>
            </a:pPr>
            <a:r>
              <a:rPr dirty="0" err="1"/>
              <a:t>Космический</a:t>
            </a:r>
            <a:r>
              <a:rPr dirty="0"/>
              <a:t> </a:t>
            </a:r>
            <a:r>
              <a:rPr dirty="0" err="1"/>
              <a:t>аркадный</a:t>
            </a:r>
            <a:r>
              <a:rPr dirty="0"/>
              <a:t> </a:t>
            </a:r>
            <a:r>
              <a:rPr dirty="0" err="1"/>
              <a:t>шутер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Pygame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958F4B-2B3C-0CD1-2FDB-185B2CD13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084" y="2821084"/>
            <a:ext cx="1215832" cy="12158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01 / КОНЦЕПТ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Концепция и геймплей игры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39292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такое</a:t>
            </a:r>
            <a:r>
              <a:rPr dirty="0"/>
              <a:t> </a:t>
            </a:r>
            <a:r>
              <a:rPr dirty="0" err="1"/>
              <a:t>VoidHunter</a:t>
            </a:r>
            <a:r>
              <a:rPr dirty="0"/>
              <a:t>?</a:t>
            </a:r>
          </a:p>
          <a:p>
            <a:pPr>
              <a:spcAft>
                <a:spcPts val="1400"/>
              </a:spcAft>
              <a:defRPr sz="15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динамичный</a:t>
            </a:r>
            <a:r>
              <a:rPr dirty="0"/>
              <a:t> </a:t>
            </a:r>
            <a:r>
              <a:rPr dirty="0" err="1"/>
              <a:t>космический</a:t>
            </a:r>
            <a:r>
              <a:rPr dirty="0"/>
              <a:t> 2D-шутер, </a:t>
            </a:r>
            <a:r>
              <a:rPr dirty="0" err="1"/>
              <a:t>сочетающий</a:t>
            </a:r>
            <a:r>
              <a:rPr dirty="0"/>
              <a:t> </a:t>
            </a:r>
            <a:r>
              <a:rPr dirty="0" err="1"/>
              <a:t>классические</a:t>
            </a:r>
            <a:r>
              <a:rPr dirty="0"/>
              <a:t> </a:t>
            </a:r>
            <a:r>
              <a:rPr dirty="0" err="1"/>
              <a:t>традиции</a:t>
            </a:r>
            <a:r>
              <a:rPr dirty="0"/>
              <a:t> </a:t>
            </a:r>
            <a:r>
              <a:rPr dirty="0" err="1"/>
              <a:t>аркадных</a:t>
            </a:r>
            <a:r>
              <a:rPr dirty="0"/>
              <a:t> </a:t>
            </a:r>
            <a:r>
              <a:rPr dirty="0" err="1"/>
              <a:t>игр</a:t>
            </a:r>
            <a:r>
              <a:rPr dirty="0"/>
              <a:t> в </a:t>
            </a:r>
            <a:r>
              <a:rPr dirty="0" err="1"/>
              <a:t>стиле</a:t>
            </a:r>
            <a:r>
              <a:rPr dirty="0"/>
              <a:t> Asteroids и </a:t>
            </a:r>
            <a:r>
              <a:rPr dirty="0" err="1"/>
              <a:t>современный</a:t>
            </a:r>
            <a:r>
              <a:rPr dirty="0"/>
              <a:t> </a:t>
            </a:r>
            <a:r>
              <a:rPr dirty="0" err="1"/>
              <a:t>чистый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Python. </a:t>
            </a:r>
            <a:r>
              <a:rPr dirty="0" err="1"/>
              <a:t>Главная</a:t>
            </a:r>
            <a:r>
              <a:rPr dirty="0"/>
              <a:t> </a:t>
            </a:r>
            <a:r>
              <a:rPr dirty="0" err="1"/>
              <a:t>цель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— </a:t>
            </a:r>
            <a:r>
              <a:rPr dirty="0" err="1"/>
              <a:t>пилотировать</a:t>
            </a:r>
            <a:r>
              <a:rPr dirty="0"/>
              <a:t> </a:t>
            </a:r>
            <a:r>
              <a:rPr dirty="0" err="1"/>
              <a:t>боевой</a:t>
            </a:r>
            <a:r>
              <a:rPr dirty="0"/>
              <a:t> </a:t>
            </a:r>
            <a:r>
              <a:rPr dirty="0" err="1"/>
              <a:t>корабль</a:t>
            </a:r>
            <a:r>
              <a:rPr dirty="0"/>
              <a:t>, </a:t>
            </a:r>
            <a:r>
              <a:rPr dirty="0" err="1"/>
              <a:t>уворачиваться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метеоритов</a:t>
            </a:r>
            <a:r>
              <a:rPr dirty="0"/>
              <a:t>, </a:t>
            </a:r>
            <a:r>
              <a:rPr dirty="0" err="1"/>
              <a:t>уничтожать</a:t>
            </a:r>
            <a:r>
              <a:rPr dirty="0"/>
              <a:t> </a:t>
            </a:r>
            <a:r>
              <a:rPr dirty="0" err="1"/>
              <a:t>атакующих</a:t>
            </a:r>
            <a:r>
              <a:rPr dirty="0"/>
              <a:t> </a:t>
            </a:r>
            <a:r>
              <a:rPr dirty="0" err="1"/>
              <a:t>дронов</a:t>
            </a:r>
            <a:r>
              <a:rPr dirty="0"/>
              <a:t> и </a:t>
            </a:r>
            <a:r>
              <a:rPr dirty="0" err="1"/>
              <a:t>собирать</a:t>
            </a:r>
            <a:r>
              <a:rPr dirty="0"/>
              <a:t> </a:t>
            </a:r>
            <a:r>
              <a:rPr dirty="0" err="1"/>
              <a:t>ценную</a:t>
            </a:r>
            <a:r>
              <a:rPr dirty="0"/>
              <a:t> </a:t>
            </a:r>
            <a:r>
              <a:rPr dirty="0" err="1"/>
              <a:t>энергию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Ключевые</a:t>
            </a:r>
            <a:r>
              <a:rPr dirty="0"/>
              <a:t> </a:t>
            </a:r>
            <a:r>
              <a:rPr dirty="0" err="1"/>
              <a:t>особенности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Бесконечный</a:t>
            </a:r>
            <a:r>
              <a:rPr dirty="0"/>
              <a:t>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процесс</a:t>
            </a:r>
            <a:r>
              <a:rPr dirty="0"/>
              <a:t> с </a:t>
            </a:r>
            <a:r>
              <a:rPr dirty="0" err="1"/>
              <a:t>нарастающей</a:t>
            </a:r>
            <a:r>
              <a:rPr dirty="0"/>
              <a:t> </a:t>
            </a:r>
            <a:r>
              <a:rPr dirty="0" err="1"/>
              <a:t>сложностью</a:t>
            </a:r>
            <a:r>
              <a:rPr dirty="0"/>
              <a:t> (</a:t>
            </a:r>
            <a:r>
              <a:rPr dirty="0" err="1"/>
              <a:t>волны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).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Интуитивное</a:t>
            </a:r>
            <a:r>
              <a:rPr dirty="0"/>
              <a:t> </a:t>
            </a:r>
            <a:r>
              <a:rPr dirty="0" err="1"/>
              <a:t>управление</a:t>
            </a:r>
            <a:r>
              <a:rPr dirty="0"/>
              <a:t>: WASD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маневров</a:t>
            </a:r>
            <a:r>
              <a:rPr dirty="0"/>
              <a:t> + </a:t>
            </a:r>
            <a:r>
              <a:rPr dirty="0" err="1"/>
              <a:t>мышь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наведения</a:t>
            </a:r>
            <a:r>
              <a:rPr dirty="0"/>
              <a:t> </a:t>
            </a:r>
            <a:r>
              <a:rPr lang="ru-RU" dirty="0"/>
              <a:t>атаки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Плавная</a:t>
            </a:r>
            <a:r>
              <a:rPr dirty="0"/>
              <a:t> 2D-физика </a:t>
            </a:r>
            <a:r>
              <a:rPr dirty="0" err="1"/>
              <a:t>движения</a:t>
            </a:r>
            <a:r>
              <a:rPr dirty="0"/>
              <a:t> и </a:t>
            </a:r>
            <a:r>
              <a:rPr dirty="0" err="1"/>
              <a:t>инерции</a:t>
            </a:r>
            <a:r>
              <a:rPr dirty="0"/>
              <a:t> </a:t>
            </a:r>
            <a:r>
              <a:rPr dirty="0" err="1"/>
              <a:t>космического</a:t>
            </a:r>
            <a:r>
              <a:rPr dirty="0"/>
              <a:t> </a:t>
            </a:r>
            <a:r>
              <a:rPr dirty="0" err="1"/>
              <a:t>корабля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/>
              <a:t>• </a:t>
            </a:r>
            <a:r>
              <a:rPr lang="ru-RU" dirty="0"/>
              <a:t>О</a:t>
            </a:r>
            <a:r>
              <a:rPr dirty="0" err="1"/>
              <a:t>птимизированный</a:t>
            </a:r>
            <a:r>
              <a:rPr dirty="0"/>
              <a:t> </a:t>
            </a:r>
            <a:r>
              <a:rPr dirty="0" err="1"/>
              <a:t>рендеринг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стабильных</a:t>
            </a:r>
            <a:r>
              <a:rPr dirty="0"/>
              <a:t> 60 FPS.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00FFC8"/>
                </a:solidFill>
                <a:latin typeface="Georgia"/>
              </a:defRPr>
            </a:pPr>
            <a:r>
              <a:rPr dirty="0"/>
              <a:t>60 FPS</a:t>
            </a:r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Стабильная</a:t>
            </a:r>
            <a:r>
              <a:rPr dirty="0"/>
              <a:t> </a:t>
            </a:r>
            <a:r>
              <a:rPr dirty="0" err="1"/>
              <a:t>кадровая</a:t>
            </a:r>
            <a:r>
              <a:rPr dirty="0"/>
              <a:t> </a:t>
            </a:r>
            <a:r>
              <a:rPr dirty="0" err="1"/>
              <a:t>частота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7315200" y="310896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FFFF64"/>
                </a:solidFill>
                <a:latin typeface="Georgia"/>
              </a:defRPr>
            </a:pPr>
            <a:r>
              <a:rPr dirty="0"/>
              <a:t>2 </a:t>
            </a:r>
            <a:r>
              <a:rPr lang="ru-RU" dirty="0"/>
              <a:t>т</a:t>
            </a:r>
            <a:r>
              <a:rPr dirty="0" err="1"/>
              <a:t>ипа</a:t>
            </a:r>
            <a:endParaRPr dirty="0"/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Уникальных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 (Drone, Meteorite)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4572000"/>
            <a:ext cx="4114800" cy="11887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282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defRPr sz="3600" b="1">
                <a:solidFill>
                  <a:srgbClr val="C800FF"/>
                </a:solidFill>
                <a:latin typeface="Georgia"/>
              </a:defRPr>
            </a:pPr>
            <a:r>
              <a:rPr dirty="0"/>
              <a:t>Pygame</a:t>
            </a:r>
          </a:p>
          <a:p>
            <a:pPr algn="ctr">
              <a:spcBef>
                <a:spcPts val="200"/>
              </a:spcBef>
              <a:defRPr sz="12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Базовый</a:t>
            </a:r>
            <a:r>
              <a:rPr dirty="0"/>
              <a:t> </a:t>
            </a:r>
            <a:r>
              <a:rPr dirty="0" err="1"/>
              <a:t>фреймворк</a:t>
            </a:r>
            <a:r>
              <a:rPr dirty="0"/>
              <a:t> </a:t>
            </a:r>
            <a:r>
              <a:rPr dirty="0" err="1"/>
              <a:t>разработки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02 / УПРАВЛЕНИЕ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Управление и игровой цикл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ПИЛОТИРОВАНИЕ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00FFC8"/>
                </a:solidFill>
                <a:latin typeface="Georgia"/>
              </a:defRPr>
            </a:pPr>
            <a:r>
              <a:rPr dirty="0"/>
              <a:t>WASD</a:t>
            </a:r>
            <a:endParaRPr lang="ru-RU" dirty="0"/>
          </a:p>
          <a:p>
            <a:pPr algn="ctr">
              <a:spcAft>
                <a:spcPts val="1400"/>
              </a:spcAft>
              <a:defRPr sz="3200" b="1">
                <a:solidFill>
                  <a:srgbClr val="00FFC8"/>
                </a:solidFill>
                <a:latin typeface="Georgia"/>
              </a:defRPr>
            </a:pPr>
            <a:r>
              <a:rPr lang="ru-RU" dirty="0"/>
              <a:t>Мышь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Управление</a:t>
            </a:r>
            <a:r>
              <a:rPr dirty="0"/>
              <a:t> </a:t>
            </a:r>
            <a:r>
              <a:rPr dirty="0" err="1"/>
              <a:t>движением</a:t>
            </a:r>
            <a:r>
              <a:rPr dirty="0"/>
              <a:t> </a:t>
            </a:r>
            <a:r>
              <a:rPr dirty="0" err="1"/>
              <a:t>корабля</a:t>
            </a:r>
            <a:r>
              <a:rPr dirty="0"/>
              <a:t> </a:t>
            </a:r>
            <a:r>
              <a:rPr dirty="0" err="1"/>
              <a:t>во</a:t>
            </a:r>
            <a:r>
              <a:rPr dirty="0"/>
              <a:t> </a:t>
            </a:r>
            <a:r>
              <a:rPr dirty="0" err="1"/>
              <a:t>всех</a:t>
            </a:r>
            <a:r>
              <a:rPr dirty="0"/>
              <a:t> </a:t>
            </a:r>
            <a:r>
              <a:rPr dirty="0" err="1"/>
              <a:t>направлениях</a:t>
            </a:r>
            <a:r>
              <a:rPr dirty="0"/>
              <a:t>. </a:t>
            </a:r>
            <a:r>
              <a:rPr dirty="0" err="1"/>
              <a:t>Реализована</a:t>
            </a:r>
            <a:r>
              <a:rPr dirty="0"/>
              <a:t> </a:t>
            </a:r>
            <a:r>
              <a:rPr dirty="0" err="1"/>
              <a:t>плавная</a:t>
            </a:r>
            <a:r>
              <a:rPr dirty="0"/>
              <a:t> </a:t>
            </a:r>
            <a:r>
              <a:rPr dirty="0" err="1"/>
              <a:t>физика</a:t>
            </a:r>
            <a:r>
              <a:rPr dirty="0"/>
              <a:t> </a:t>
            </a:r>
            <a:r>
              <a:rPr dirty="0" err="1"/>
              <a:t>ускорения</a:t>
            </a:r>
            <a:r>
              <a:rPr dirty="0"/>
              <a:t> и </a:t>
            </a:r>
            <a:r>
              <a:rPr dirty="0" err="1"/>
              <a:t>торможения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ВЕДЕНИЕ ОГНЯ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FFFF64"/>
                </a:solidFill>
                <a:latin typeface="Georgia"/>
              </a:defRPr>
            </a:pPr>
            <a:r>
              <a:rPr lang="ru-RU" dirty="0"/>
              <a:t>ЛКМ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FFFF64"/>
                </a:solidFill>
                <a:latin typeface="Georgia"/>
              </a:defRPr>
            </a:pPr>
            <a:r>
              <a:rPr lang="ru-RU" dirty="0"/>
              <a:t>Пробел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Стрельба</a:t>
            </a:r>
            <a:r>
              <a:rPr dirty="0"/>
              <a:t> </a:t>
            </a:r>
            <a:r>
              <a:rPr dirty="0" err="1"/>
              <a:t>лазерными</a:t>
            </a:r>
            <a:r>
              <a:rPr dirty="0"/>
              <a:t> </a:t>
            </a:r>
            <a:r>
              <a:rPr dirty="0" err="1"/>
              <a:t>снарядами</a:t>
            </a:r>
            <a:r>
              <a:rPr dirty="0"/>
              <a:t>. </a:t>
            </a:r>
            <a:r>
              <a:rPr dirty="0" err="1"/>
              <a:t>Направление</a:t>
            </a:r>
            <a:r>
              <a:rPr dirty="0"/>
              <a:t> </a:t>
            </a:r>
            <a:r>
              <a:rPr dirty="0" err="1"/>
              <a:t>пули</a:t>
            </a:r>
            <a:r>
              <a:rPr dirty="0"/>
              <a:t> </a:t>
            </a:r>
            <a:r>
              <a:rPr dirty="0" err="1"/>
              <a:t>рассчитывается</a:t>
            </a:r>
            <a:r>
              <a:rPr dirty="0"/>
              <a:t> </a:t>
            </a:r>
            <a:r>
              <a:rPr dirty="0" err="1"/>
              <a:t>точно</a:t>
            </a:r>
            <a:r>
              <a:rPr dirty="0"/>
              <a:t> в </a:t>
            </a:r>
            <a:r>
              <a:rPr dirty="0" err="1"/>
              <a:t>точку</a:t>
            </a:r>
            <a:r>
              <a:rPr dirty="0"/>
              <a:t> </a:t>
            </a:r>
            <a:r>
              <a:rPr dirty="0" err="1"/>
              <a:t>курсора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экране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365760" rIns="27432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9696A5"/>
                </a:solidFill>
                <a:latin typeface="Arial"/>
              </a:defRPr>
            </a:pPr>
            <a:r>
              <a:rPr dirty="0"/>
              <a:t>ЦЕЛЬ ИГРЫ</a:t>
            </a:r>
          </a:p>
          <a:p>
            <a:pPr algn="ctr">
              <a:spcAft>
                <a:spcPts val="1400"/>
              </a:spcAft>
              <a:defRPr sz="3200" b="1">
                <a:solidFill>
                  <a:srgbClr val="C800FF"/>
                </a:solidFill>
                <a:latin typeface="Georgia"/>
              </a:defRPr>
            </a:pPr>
            <a:r>
              <a:rPr lang="ru-RU" dirty="0"/>
              <a:t>Выжить</a:t>
            </a:r>
            <a:endParaRPr dirty="0"/>
          </a:p>
          <a:p>
            <a:pPr algn="ctr">
              <a:spcBef>
                <a:spcPts val="600"/>
              </a:spcBef>
              <a:defRPr sz="1400">
                <a:solidFill>
                  <a:srgbClr val="F0F0F5"/>
                </a:solidFill>
                <a:latin typeface="Arial"/>
              </a:defRPr>
            </a:pPr>
            <a:r>
              <a:rPr dirty="0" err="1"/>
              <a:t>Уничтожайте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, </a:t>
            </a:r>
            <a:r>
              <a:rPr dirty="0" err="1"/>
              <a:t>уклоняйтесь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столкновений</a:t>
            </a:r>
            <a:r>
              <a:rPr dirty="0"/>
              <a:t>, </a:t>
            </a:r>
            <a:r>
              <a:rPr dirty="0" err="1"/>
              <a:t>собирайте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 и </a:t>
            </a:r>
            <a:r>
              <a:rPr dirty="0" err="1"/>
              <a:t>побеждайте</a:t>
            </a:r>
            <a:r>
              <a:rPr dirty="0"/>
              <a:t> </a:t>
            </a:r>
            <a:r>
              <a:rPr dirty="0" err="1"/>
              <a:t>волну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волной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03 / ПРОТИВНИКИ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Классы космических противников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800" b="1">
                <a:solidFill>
                  <a:srgbClr val="FF5050"/>
                </a:solidFill>
                <a:latin typeface="Arial"/>
              </a:defRPr>
            </a:pPr>
            <a:r>
              <a:rPr dirty="0"/>
              <a:t>БОЕВОЙ ДРОН</a:t>
            </a:r>
          </a:p>
          <a:p>
            <a:pPr>
              <a:spcAft>
                <a:spcPts val="1600"/>
              </a:spcAft>
              <a:defRPr sz="1500">
                <a:solidFill>
                  <a:srgbClr val="F0F0F5"/>
                </a:solidFill>
                <a:latin typeface="Arial"/>
              </a:defRPr>
            </a:pPr>
            <a:r>
              <a:rPr dirty="0" err="1"/>
              <a:t>Быстрый</a:t>
            </a:r>
            <a:r>
              <a:rPr dirty="0"/>
              <a:t> и </a:t>
            </a:r>
            <a:r>
              <a:rPr dirty="0" err="1"/>
              <a:t>навязчивый</a:t>
            </a:r>
            <a:r>
              <a:rPr dirty="0"/>
              <a:t> </a:t>
            </a:r>
            <a:r>
              <a:rPr dirty="0" err="1"/>
              <a:t>противник</a:t>
            </a:r>
            <a:r>
              <a:rPr dirty="0"/>
              <a:t>, </a:t>
            </a:r>
            <a:r>
              <a:rPr dirty="0" err="1"/>
              <a:t>который</a:t>
            </a:r>
            <a:r>
              <a:rPr dirty="0"/>
              <a:t> </a:t>
            </a:r>
            <a:r>
              <a:rPr dirty="0" err="1"/>
              <a:t>спавнится</a:t>
            </a:r>
            <a:r>
              <a:rPr dirty="0"/>
              <a:t> </a:t>
            </a:r>
            <a:r>
              <a:rPr dirty="0" err="1"/>
              <a:t>волнами</a:t>
            </a:r>
            <a:r>
              <a:rPr dirty="0"/>
              <a:t>. </a:t>
            </a:r>
            <a:r>
              <a:rPr dirty="0" err="1"/>
              <a:t>Он</a:t>
            </a:r>
            <a:r>
              <a:rPr dirty="0"/>
              <a:t> </a:t>
            </a:r>
            <a:r>
              <a:rPr dirty="0" err="1"/>
              <a:t>вычисляет</a:t>
            </a:r>
            <a:r>
              <a:rPr dirty="0"/>
              <a:t> </a:t>
            </a:r>
            <a:r>
              <a:rPr dirty="0" err="1"/>
              <a:t>позицию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и </a:t>
            </a:r>
            <a:r>
              <a:rPr dirty="0" err="1"/>
              <a:t>постоянно</a:t>
            </a:r>
            <a:r>
              <a:rPr dirty="0"/>
              <a:t> </a:t>
            </a:r>
            <a:r>
              <a:rPr dirty="0" err="1"/>
              <a:t>преследует</a:t>
            </a:r>
            <a:r>
              <a:rPr dirty="0"/>
              <a:t> </a:t>
            </a:r>
            <a:r>
              <a:rPr dirty="0" err="1"/>
              <a:t>его</a:t>
            </a:r>
            <a:r>
              <a:rPr dirty="0"/>
              <a:t> </a:t>
            </a:r>
            <a:r>
              <a:rPr dirty="0" err="1"/>
              <a:t>корабль</a:t>
            </a:r>
            <a:r>
              <a:rPr dirty="0"/>
              <a:t> с </a:t>
            </a:r>
            <a:r>
              <a:rPr dirty="0" err="1"/>
              <a:t>целью</a:t>
            </a:r>
            <a:r>
              <a:rPr dirty="0"/>
              <a:t> </a:t>
            </a:r>
            <a:r>
              <a:rPr dirty="0" err="1"/>
              <a:t>нанести</a:t>
            </a:r>
            <a:r>
              <a:rPr dirty="0"/>
              <a:t> </a:t>
            </a:r>
            <a:r>
              <a:rPr dirty="0" err="1"/>
              <a:t>урон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соприкосновении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Скорость</a:t>
            </a:r>
            <a:r>
              <a:rPr dirty="0"/>
              <a:t> </a:t>
            </a:r>
            <a:r>
              <a:rPr dirty="0" err="1"/>
              <a:t>перемещения</a:t>
            </a:r>
            <a:r>
              <a:rPr dirty="0"/>
              <a:t>: 150 </a:t>
            </a:r>
            <a:r>
              <a:rPr dirty="0" err="1"/>
              <a:t>px</a:t>
            </a:r>
            <a:r>
              <a:rPr dirty="0"/>
              <a:t>/s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здоровья</a:t>
            </a:r>
            <a:r>
              <a:rPr dirty="0"/>
              <a:t> (HP): 1 </a:t>
            </a:r>
            <a:r>
              <a:rPr dirty="0" err="1"/>
              <a:t>ед</a:t>
            </a:r>
            <a:r>
              <a:rPr dirty="0"/>
              <a:t>. (</a:t>
            </a:r>
            <a:r>
              <a:rPr dirty="0" err="1"/>
              <a:t>уничтожается</a:t>
            </a:r>
            <a:r>
              <a:rPr dirty="0"/>
              <a:t> с 1 </a:t>
            </a:r>
            <a:r>
              <a:rPr dirty="0" err="1"/>
              <a:t>пули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уничтожение</a:t>
            </a:r>
            <a:r>
              <a:rPr dirty="0"/>
              <a:t>: 10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28800"/>
            <a:ext cx="51206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B48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rtlCol="0" anchor="ctr"/>
          <a:lstStyle/>
          <a:p>
            <a:pPr algn="ctr">
              <a:spcAft>
                <a:spcPts val="1200"/>
              </a:spcAft>
              <a:defRPr sz="1800" b="1">
                <a:solidFill>
                  <a:srgbClr val="B4825A"/>
                </a:solidFill>
                <a:latin typeface="Arial"/>
              </a:defRPr>
            </a:pPr>
            <a:r>
              <a:rPr dirty="0"/>
              <a:t>ТЯЖЕЛЫЙ МЕТЕОРИТ</a:t>
            </a:r>
            <a:r>
              <a:rPr lang="ru-RU" dirty="0"/>
              <a:t> </a:t>
            </a:r>
          </a:p>
          <a:p>
            <a:pPr>
              <a:spcAft>
                <a:spcPts val="1600"/>
              </a:spcAft>
              <a:defRPr sz="1500">
                <a:solidFill>
                  <a:srgbClr val="F0F0F5"/>
                </a:solidFill>
                <a:latin typeface="Arial"/>
              </a:defRPr>
            </a:pPr>
            <a:r>
              <a:rPr lang="ru-RU" dirty="0"/>
              <a:t>Крупный и медленный космический объект, пролетающий через экран по прямой траектории. Обладает высоким запасом прочности и наносит огромный урон кораблю.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Скорость</a:t>
            </a:r>
            <a:r>
              <a:rPr dirty="0"/>
              <a:t> </a:t>
            </a:r>
            <a:r>
              <a:rPr dirty="0" err="1"/>
              <a:t>перемещения</a:t>
            </a:r>
            <a:r>
              <a:rPr dirty="0"/>
              <a:t>: 100 </a:t>
            </a:r>
            <a:r>
              <a:rPr dirty="0" err="1"/>
              <a:t>px</a:t>
            </a:r>
            <a:r>
              <a:rPr dirty="0"/>
              <a:t>/s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здоровья</a:t>
            </a:r>
            <a:r>
              <a:rPr dirty="0"/>
              <a:t> (HP): 5 </a:t>
            </a:r>
            <a:r>
              <a:rPr dirty="0" err="1"/>
              <a:t>ед</a:t>
            </a:r>
            <a:r>
              <a:rPr dirty="0"/>
              <a:t>. (</a:t>
            </a:r>
            <a:r>
              <a:rPr dirty="0" err="1"/>
              <a:t>требует</a:t>
            </a:r>
            <a:r>
              <a:rPr dirty="0"/>
              <a:t> </a:t>
            </a:r>
            <a:r>
              <a:rPr dirty="0" err="1"/>
              <a:t>несколько</a:t>
            </a:r>
            <a:r>
              <a:rPr dirty="0"/>
              <a:t> </a:t>
            </a:r>
            <a:r>
              <a:rPr dirty="0" err="1"/>
              <a:t>выстрелов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Очки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уничтожение</a:t>
            </a:r>
            <a:r>
              <a:rPr dirty="0"/>
              <a:t>: 50 Score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7D041C-18E5-0D4C-B27F-66E76255D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900170"/>
            <a:ext cx="1202887" cy="120288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E44B234-C260-B73A-7030-8EA9E32AA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52" y="1884983"/>
            <a:ext cx="1091592" cy="10915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t>04 / ЭНЕРГИЯ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t>Игровая валюта и прогресс — VoidCore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4114800" cy="3931920"/>
          </a:xfrm>
          <a:prstGeom prst="roundRect">
            <a:avLst/>
          </a:prstGeom>
          <a:solidFill>
            <a:srgbClr val="190A23"/>
          </a:solidFill>
          <a:ln w="2540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0" rtlCol="0" anchor="ctr"/>
          <a:lstStyle/>
          <a:p>
            <a:pPr algn="ctr">
              <a:defRPr sz="4000" b="1">
                <a:solidFill>
                  <a:srgbClr val="C800FF"/>
                </a:solidFill>
                <a:latin typeface="Arial"/>
              </a:defRPr>
            </a:pPr>
            <a:r>
              <a:rPr dirty="0"/>
              <a:t>VOID CORE</a:t>
            </a:r>
          </a:p>
          <a:p>
            <a:pPr algn="ctr">
              <a:spcBef>
                <a:spcPts val="400"/>
              </a:spcBef>
              <a:defRPr sz="14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Главная</a:t>
            </a:r>
            <a:r>
              <a:rPr dirty="0"/>
              <a:t> </a:t>
            </a:r>
            <a:r>
              <a:rPr dirty="0" err="1"/>
              <a:t>цель</a:t>
            </a:r>
            <a:r>
              <a:rPr dirty="0"/>
              <a:t> </a:t>
            </a:r>
            <a:r>
              <a:rPr dirty="0" err="1"/>
              <a:t>сбора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303520" y="1828800"/>
            <a:ext cx="6126480" cy="38831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Механика</a:t>
            </a:r>
            <a:r>
              <a:rPr dirty="0"/>
              <a:t> </a:t>
            </a:r>
            <a:r>
              <a:rPr dirty="0" err="1"/>
              <a:t>сбора</a:t>
            </a:r>
            <a:r>
              <a:rPr dirty="0"/>
              <a:t> и </a:t>
            </a:r>
            <a:r>
              <a:rPr dirty="0" err="1"/>
              <a:t>риска</a:t>
            </a:r>
            <a:endParaRPr dirty="0"/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Шанс</a:t>
            </a:r>
            <a:r>
              <a:rPr dirty="0"/>
              <a:t> </a:t>
            </a:r>
            <a:r>
              <a:rPr dirty="0" err="1"/>
              <a:t>выпадения</a:t>
            </a:r>
            <a:r>
              <a:rPr dirty="0"/>
              <a:t> 50%: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уничтоженный</a:t>
            </a:r>
            <a:r>
              <a:rPr dirty="0"/>
              <a:t> </a:t>
            </a:r>
            <a:r>
              <a:rPr dirty="0" err="1"/>
              <a:t>враг</a:t>
            </a:r>
            <a:r>
              <a:rPr dirty="0"/>
              <a:t> (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дрон</a:t>
            </a:r>
            <a:r>
              <a:rPr dirty="0"/>
              <a:t>, </a:t>
            </a:r>
            <a:r>
              <a:rPr dirty="0" err="1"/>
              <a:t>так</a:t>
            </a:r>
            <a:r>
              <a:rPr dirty="0"/>
              <a:t> и </a:t>
            </a:r>
            <a:r>
              <a:rPr dirty="0" err="1"/>
              <a:t>метеорит</a:t>
            </a:r>
            <a:r>
              <a:rPr dirty="0"/>
              <a:t>) </a:t>
            </a:r>
            <a:r>
              <a:rPr dirty="0" err="1"/>
              <a:t>имеет</a:t>
            </a:r>
            <a:r>
              <a:rPr dirty="0"/>
              <a:t> </a:t>
            </a:r>
            <a:r>
              <a:rPr dirty="0" err="1"/>
              <a:t>вероятность</a:t>
            </a:r>
            <a:r>
              <a:rPr dirty="0"/>
              <a:t> </a:t>
            </a:r>
            <a:r>
              <a:rPr dirty="0" err="1"/>
              <a:t>оставить</a:t>
            </a:r>
            <a:r>
              <a:rPr dirty="0"/>
              <a:t>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себя</a:t>
            </a:r>
            <a:r>
              <a:rPr dirty="0"/>
              <a:t> </a:t>
            </a:r>
            <a:r>
              <a:rPr dirty="0" err="1"/>
              <a:t>фиолетовое</a:t>
            </a:r>
            <a:r>
              <a:rPr dirty="0"/>
              <a:t> </a:t>
            </a:r>
            <a:r>
              <a:rPr dirty="0" err="1"/>
              <a:t>ядро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Риск</a:t>
            </a:r>
            <a:r>
              <a:rPr dirty="0"/>
              <a:t> и </a:t>
            </a:r>
            <a:r>
              <a:rPr dirty="0" err="1"/>
              <a:t>Награда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Ядра</a:t>
            </a:r>
            <a:r>
              <a:rPr dirty="0"/>
              <a:t> </a:t>
            </a:r>
            <a:r>
              <a:rPr dirty="0" err="1"/>
              <a:t>выпадают</a:t>
            </a:r>
            <a:r>
              <a:rPr dirty="0"/>
              <a:t> в </a:t>
            </a:r>
            <a:r>
              <a:rPr dirty="0" err="1"/>
              <a:t>точках</a:t>
            </a:r>
            <a:r>
              <a:rPr dirty="0"/>
              <a:t> </a:t>
            </a:r>
            <a:r>
              <a:rPr dirty="0" err="1"/>
              <a:t>гибели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, </a:t>
            </a:r>
            <a:r>
              <a:rPr dirty="0" err="1"/>
              <a:t>часто</a:t>
            </a:r>
            <a:r>
              <a:rPr dirty="0"/>
              <a:t> </a:t>
            </a:r>
            <a:r>
              <a:rPr dirty="0" err="1"/>
              <a:t>прямо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линии</a:t>
            </a:r>
            <a:r>
              <a:rPr dirty="0"/>
              <a:t> </a:t>
            </a:r>
            <a:r>
              <a:rPr dirty="0" err="1"/>
              <a:t>огня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угроз</a:t>
            </a:r>
            <a:r>
              <a:rPr dirty="0"/>
              <a:t>. </a:t>
            </a:r>
            <a:r>
              <a:rPr dirty="0" err="1"/>
              <a:t>Чтобы</a:t>
            </a:r>
            <a:r>
              <a:rPr dirty="0"/>
              <a:t> </a:t>
            </a:r>
            <a:r>
              <a:rPr dirty="0" err="1"/>
              <a:t>подбирать</a:t>
            </a:r>
            <a:r>
              <a:rPr dirty="0"/>
              <a:t> </a:t>
            </a:r>
            <a:r>
              <a:rPr dirty="0" err="1"/>
              <a:t>их</a:t>
            </a:r>
            <a:r>
              <a:rPr dirty="0"/>
              <a:t>, </a:t>
            </a:r>
            <a:r>
              <a:rPr dirty="0" err="1"/>
              <a:t>игроку</a:t>
            </a:r>
            <a:r>
              <a:rPr dirty="0"/>
              <a:t> </a:t>
            </a:r>
            <a:r>
              <a:rPr dirty="0" err="1"/>
              <a:t>нужно</a:t>
            </a:r>
            <a:r>
              <a:rPr dirty="0"/>
              <a:t> </a:t>
            </a:r>
            <a:r>
              <a:rPr dirty="0" err="1"/>
              <a:t>постоянно</a:t>
            </a:r>
            <a:r>
              <a:rPr dirty="0"/>
              <a:t> </a:t>
            </a:r>
            <a:r>
              <a:rPr dirty="0" err="1"/>
              <a:t>двигаться</a:t>
            </a:r>
            <a:r>
              <a:rPr dirty="0"/>
              <a:t> в </a:t>
            </a:r>
            <a:r>
              <a:rPr dirty="0" err="1"/>
              <a:t>опасные</a:t>
            </a:r>
            <a:r>
              <a:rPr dirty="0"/>
              <a:t> </a:t>
            </a:r>
            <a:r>
              <a:rPr dirty="0" err="1"/>
              <a:t>зоны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Механика</a:t>
            </a:r>
            <a:r>
              <a:rPr dirty="0"/>
              <a:t> </a:t>
            </a:r>
            <a:r>
              <a:rPr dirty="0" err="1"/>
              <a:t>автопритяжения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удобства</a:t>
            </a:r>
            <a:r>
              <a:rPr dirty="0"/>
              <a:t> </a:t>
            </a:r>
            <a:r>
              <a:rPr dirty="0" err="1"/>
              <a:t>геймплея</a:t>
            </a:r>
            <a:r>
              <a:rPr dirty="0"/>
              <a:t> у </a:t>
            </a:r>
            <a:r>
              <a:rPr dirty="0" err="1"/>
              <a:t>корабля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небольшой</a:t>
            </a:r>
            <a:r>
              <a:rPr dirty="0"/>
              <a:t> </a:t>
            </a:r>
            <a:r>
              <a:rPr dirty="0" err="1"/>
              <a:t>радиус</a:t>
            </a:r>
            <a:r>
              <a:rPr dirty="0"/>
              <a:t> </a:t>
            </a:r>
            <a:r>
              <a:rPr dirty="0" err="1"/>
              <a:t>сбора</a:t>
            </a:r>
            <a:r>
              <a:rPr dirty="0"/>
              <a:t>: </a:t>
            </a:r>
            <a:r>
              <a:rPr dirty="0" err="1"/>
              <a:t>ядра</a:t>
            </a:r>
            <a:r>
              <a:rPr dirty="0"/>
              <a:t> </a:t>
            </a:r>
            <a:r>
              <a:rPr dirty="0" err="1"/>
              <a:t>плавно</a:t>
            </a:r>
            <a:r>
              <a:rPr dirty="0"/>
              <a:t> </a:t>
            </a:r>
            <a:r>
              <a:rPr dirty="0" err="1"/>
              <a:t>притягиваются</a:t>
            </a:r>
            <a:r>
              <a:rPr dirty="0"/>
              <a:t> к </a:t>
            </a:r>
            <a:r>
              <a:rPr dirty="0" err="1"/>
              <a:t>кораблю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сближении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✔ </a:t>
            </a:r>
            <a:r>
              <a:rPr dirty="0" err="1"/>
              <a:t>Счетчик</a:t>
            </a:r>
            <a:r>
              <a:rPr dirty="0"/>
              <a:t> и </a:t>
            </a:r>
            <a:r>
              <a:rPr dirty="0" err="1"/>
              <a:t>Улучшения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Количество</a:t>
            </a:r>
            <a:r>
              <a:rPr dirty="0"/>
              <a:t> </a:t>
            </a:r>
            <a:r>
              <a:rPr dirty="0" err="1"/>
              <a:t>собранных</a:t>
            </a:r>
            <a:r>
              <a:rPr dirty="0"/>
              <a:t> </a:t>
            </a:r>
            <a:r>
              <a:rPr dirty="0" err="1"/>
              <a:t>VoidCore</a:t>
            </a:r>
            <a:r>
              <a:rPr dirty="0"/>
              <a:t> </a:t>
            </a:r>
            <a:r>
              <a:rPr dirty="0" err="1"/>
              <a:t>отображается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игровом</a:t>
            </a:r>
            <a:r>
              <a:rPr dirty="0"/>
              <a:t> UI и </a:t>
            </a:r>
            <a:r>
              <a:rPr lang="ru-RU" dirty="0"/>
              <a:t>увеличивают урон игрока</a:t>
            </a:r>
            <a:endParaRPr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1BFE88B-85E5-878B-CEC0-BB5E2E80E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54" y="1645920"/>
            <a:ext cx="2633731" cy="26337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6258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rPr dirty="0"/>
              <a:t>05 / КОМАНДА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rPr dirty="0" err="1"/>
              <a:t>Распределенная</a:t>
            </a:r>
            <a:r>
              <a:rPr dirty="0"/>
              <a:t> </a:t>
            </a:r>
            <a:r>
              <a:rPr dirty="0" err="1"/>
              <a:t>архитектура</a:t>
            </a:r>
            <a:r>
              <a:rPr dirty="0"/>
              <a:t> </a:t>
            </a:r>
            <a:r>
              <a:rPr dirty="0" err="1"/>
              <a:t>проект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00F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00FFC8"/>
                </a:solidFill>
                <a:latin typeface="Arial"/>
              </a:defRPr>
            </a:pPr>
            <a:r>
              <a:rPr lang="ru-RU" dirty="0"/>
              <a:t>Данил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Core Game &amp; Physics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main.py,</a:t>
            </a:r>
            <a:r>
              <a:rPr lang="ru-RU" dirty="0"/>
              <a:t> </a:t>
            </a:r>
            <a:r>
              <a:rPr lang="en-US" dirty="0"/>
              <a:t>config.py</a:t>
            </a:r>
            <a:r>
              <a:rPr dirty="0"/>
              <a:t> game.py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Главный</a:t>
            </a:r>
            <a:r>
              <a:rPr dirty="0"/>
              <a:t>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(Game).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цикл</a:t>
            </a:r>
            <a:r>
              <a:rPr dirty="0"/>
              <a:t> (Update &amp; Render).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lang="ru-RU" dirty="0"/>
              <a:t>Объединение всех частей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FFF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FFFF64"/>
                </a:solidFill>
                <a:latin typeface="Arial"/>
              </a:defRPr>
            </a:pPr>
            <a:r>
              <a:rPr lang="ru-RU" dirty="0"/>
              <a:t>Винсент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Entities &amp; Rendering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player.py, enemy.py, projectile.py</a:t>
            </a:r>
            <a:r>
              <a:rPr lang="en-US" dirty="0"/>
              <a:t>, utils.py</a:t>
            </a:r>
            <a:endParaRPr dirty="0"/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(Player).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Классы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 (Drone, Meteorite).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Класс</a:t>
            </a:r>
            <a:r>
              <a:rPr dirty="0"/>
              <a:t> </a:t>
            </a:r>
            <a:r>
              <a:rPr dirty="0" err="1"/>
              <a:t>снарядов</a:t>
            </a:r>
            <a:r>
              <a:rPr dirty="0"/>
              <a:t> (Projectile).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Векторная</a:t>
            </a:r>
            <a:r>
              <a:rPr dirty="0"/>
              <a:t> </a:t>
            </a:r>
            <a:r>
              <a:rPr dirty="0" err="1"/>
              <a:t>отрисовка</a:t>
            </a:r>
            <a:r>
              <a:rPr dirty="0"/>
              <a:t> </a:t>
            </a:r>
            <a:r>
              <a:rPr dirty="0" err="1"/>
              <a:t>объектов</a:t>
            </a:r>
            <a:r>
              <a:rPr dirty="0"/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3931920"/>
          </a:xfrm>
          <a:prstGeom prst="roundRect">
            <a:avLst/>
          </a:prstGeom>
          <a:solidFill>
            <a:srgbClr val="121220"/>
          </a:solidFill>
          <a:ln w="1905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defRPr sz="1300" b="1">
                <a:solidFill>
                  <a:srgbClr val="C800FF"/>
                </a:solidFill>
                <a:latin typeface="Arial"/>
              </a:defRPr>
            </a:pPr>
            <a:r>
              <a:rPr lang="ru-RU" dirty="0"/>
              <a:t>Альберт</a:t>
            </a:r>
            <a:endParaRPr dirty="0"/>
          </a:p>
          <a:p>
            <a:pPr algn="ctr">
              <a:spcAft>
                <a:spcPts val="800"/>
              </a:spcAft>
              <a:defRPr sz="1600" b="1">
                <a:solidFill>
                  <a:srgbClr val="F0F0F5"/>
                </a:solidFill>
                <a:latin typeface="Arial"/>
              </a:defRPr>
            </a:pPr>
            <a:r>
              <a:rPr dirty="0"/>
              <a:t>Game Systems</a:t>
            </a:r>
          </a:p>
          <a:p>
            <a:pPr algn="ctr">
              <a:spcAft>
                <a:spcPts val="1200"/>
              </a:spcAft>
              <a:defRPr sz="1100">
                <a:solidFill>
                  <a:srgbClr val="00FFC8"/>
                </a:solidFill>
                <a:latin typeface="Courier New"/>
              </a:defRPr>
            </a:pPr>
            <a:r>
              <a:rPr dirty="0" err="1"/>
              <a:t>Файлы</a:t>
            </a:r>
            <a:r>
              <a:rPr dirty="0"/>
              <a:t>: menu.py, ui.py, spawner.py, sound.py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Обязанности</a:t>
            </a:r>
            <a:r>
              <a:rPr dirty="0"/>
              <a:t>: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Главное</a:t>
            </a:r>
            <a:r>
              <a:rPr dirty="0"/>
              <a:t> </a:t>
            </a:r>
            <a:r>
              <a:rPr dirty="0" err="1"/>
              <a:t>меню</a:t>
            </a:r>
            <a:r>
              <a:rPr dirty="0"/>
              <a:t> и </a:t>
            </a:r>
            <a:r>
              <a:rPr dirty="0" err="1"/>
              <a:t>экраны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интерфейс</a:t>
            </a:r>
            <a:r>
              <a:rPr dirty="0"/>
              <a:t> (HUD).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Менеджер</a:t>
            </a:r>
            <a:r>
              <a:rPr dirty="0"/>
              <a:t> </a:t>
            </a:r>
            <a:r>
              <a:rPr dirty="0" err="1"/>
              <a:t>звуковых</a:t>
            </a:r>
            <a:r>
              <a:rPr dirty="0"/>
              <a:t> </a:t>
            </a:r>
            <a:r>
              <a:rPr dirty="0" err="1"/>
              <a:t>эффектов</a:t>
            </a:r>
            <a:r>
              <a:rPr dirty="0"/>
              <a:t>.</a:t>
            </a:r>
          </a:p>
          <a:p>
            <a:pPr algn="ctr">
              <a:spcAft>
                <a:spcPts val="400"/>
              </a:spcAft>
              <a:defRPr sz="1150">
                <a:solidFill>
                  <a:srgbClr val="9696A5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Алгоритмы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 </a:t>
            </a:r>
            <a:r>
              <a:rPr dirty="0" err="1"/>
              <a:t>волн</a:t>
            </a:r>
            <a:r>
              <a:rPr dirty="0"/>
              <a:t> </a:t>
            </a:r>
            <a:r>
              <a:rPr dirty="0" err="1"/>
              <a:t>врагов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9728" cy="64008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058400" cy="6258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800FF"/>
                </a:solidFill>
                <a:latin typeface="Arial"/>
              </a:defRPr>
            </a:pPr>
            <a:r>
              <a:rPr dirty="0"/>
              <a:t>06 / ТЕХНОЛОГИИ</a:t>
            </a:r>
          </a:p>
          <a:p>
            <a:pPr>
              <a:defRPr sz="2800" b="1">
                <a:solidFill>
                  <a:srgbClr val="00FFC8"/>
                </a:solidFill>
                <a:latin typeface="Arial"/>
              </a:defRPr>
            </a:pPr>
            <a:r>
              <a:rPr dirty="0" err="1"/>
              <a:t>Технические</a:t>
            </a:r>
            <a:r>
              <a:rPr dirty="0"/>
              <a:t> </a:t>
            </a:r>
            <a:r>
              <a:rPr dirty="0" err="1"/>
              <a:t>особенност</a:t>
            </a:r>
            <a:r>
              <a:rPr lang="ru-RU" dirty="0"/>
              <a:t>и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9436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0F0F5"/>
                </a:solidFill>
                <a:latin typeface="Arial"/>
              </a:defRPr>
            </a:pPr>
            <a:r>
              <a:rPr dirty="0" err="1"/>
              <a:t>Лучшие</a:t>
            </a:r>
            <a:r>
              <a:rPr dirty="0"/>
              <a:t> </a:t>
            </a:r>
            <a:r>
              <a:rPr dirty="0" err="1"/>
              <a:t>практики</a:t>
            </a:r>
            <a:r>
              <a:rPr dirty="0"/>
              <a:t> </a:t>
            </a:r>
            <a:r>
              <a:rPr dirty="0" err="1"/>
              <a:t>проектирования</a:t>
            </a:r>
            <a:endParaRPr dirty="0"/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Конфигурация</a:t>
            </a:r>
            <a:r>
              <a:rPr dirty="0"/>
              <a:t> в config.py: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Все</a:t>
            </a:r>
            <a:r>
              <a:rPr dirty="0"/>
              <a:t> </a:t>
            </a:r>
            <a:r>
              <a:rPr dirty="0" err="1"/>
              <a:t>балансовые</a:t>
            </a:r>
            <a:r>
              <a:rPr dirty="0"/>
              <a:t> </a:t>
            </a:r>
            <a:r>
              <a:rPr dirty="0" err="1"/>
              <a:t>константы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(</a:t>
            </a:r>
            <a:r>
              <a:rPr dirty="0" err="1"/>
              <a:t>скорости</a:t>
            </a:r>
            <a:r>
              <a:rPr dirty="0"/>
              <a:t> </a:t>
            </a:r>
            <a:r>
              <a:rPr dirty="0" err="1"/>
              <a:t>кораблей</a:t>
            </a:r>
            <a:r>
              <a:rPr dirty="0"/>
              <a:t>, </a:t>
            </a:r>
            <a:r>
              <a:rPr dirty="0" err="1"/>
              <a:t>размеры</a:t>
            </a:r>
            <a:r>
              <a:rPr dirty="0"/>
              <a:t> </a:t>
            </a:r>
            <a:r>
              <a:rPr dirty="0" err="1"/>
              <a:t>хитбоксов</a:t>
            </a:r>
            <a:r>
              <a:rPr dirty="0"/>
              <a:t>, </a:t>
            </a:r>
            <a:r>
              <a:rPr dirty="0" err="1"/>
              <a:t>урон</a:t>
            </a:r>
            <a:r>
              <a:rPr dirty="0"/>
              <a:t>, </a:t>
            </a:r>
            <a:r>
              <a:rPr dirty="0" err="1"/>
              <a:t>параметры</a:t>
            </a:r>
            <a:r>
              <a:rPr dirty="0"/>
              <a:t> </a:t>
            </a:r>
            <a:r>
              <a:rPr dirty="0" err="1"/>
              <a:t>спавна</a:t>
            </a:r>
            <a:r>
              <a:rPr dirty="0"/>
              <a:t>) </a:t>
            </a:r>
            <a:r>
              <a:rPr dirty="0" err="1"/>
              <a:t>вынесены</a:t>
            </a:r>
            <a:r>
              <a:rPr dirty="0"/>
              <a:t> в </a:t>
            </a:r>
            <a:r>
              <a:rPr dirty="0" err="1"/>
              <a:t>единый</a:t>
            </a:r>
            <a:r>
              <a:rPr dirty="0"/>
              <a:t> </a:t>
            </a:r>
            <a:r>
              <a:rPr dirty="0" err="1"/>
              <a:t>файл</a:t>
            </a:r>
            <a:r>
              <a:rPr dirty="0"/>
              <a:t> config.py.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позволяет</a:t>
            </a:r>
            <a:r>
              <a:rPr dirty="0"/>
              <a:t> </a:t>
            </a:r>
            <a:r>
              <a:rPr dirty="0" err="1"/>
              <a:t>менять</a:t>
            </a:r>
            <a:r>
              <a:rPr dirty="0"/>
              <a:t> </a:t>
            </a:r>
            <a:r>
              <a:rPr dirty="0" err="1"/>
              <a:t>сложность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изменения</a:t>
            </a:r>
            <a:r>
              <a:rPr dirty="0"/>
              <a:t> </a:t>
            </a:r>
            <a:r>
              <a:rPr dirty="0" err="1"/>
              <a:t>основного</a:t>
            </a:r>
            <a:r>
              <a:rPr dirty="0"/>
              <a:t> </a:t>
            </a:r>
            <a:r>
              <a:rPr dirty="0" err="1"/>
              <a:t>кода</a:t>
            </a:r>
            <a:r>
              <a:rPr dirty="0"/>
              <a:t>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Оптимальные</a:t>
            </a:r>
            <a:r>
              <a:rPr dirty="0"/>
              <a:t> </a:t>
            </a:r>
            <a:r>
              <a:rPr dirty="0" err="1"/>
              <a:t>хитбоксы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кругах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обеспечения</a:t>
            </a:r>
            <a:r>
              <a:rPr dirty="0"/>
              <a:t> </a:t>
            </a:r>
            <a:r>
              <a:rPr dirty="0" err="1"/>
              <a:t>высокой</a:t>
            </a:r>
            <a:r>
              <a:rPr dirty="0"/>
              <a:t> </a:t>
            </a:r>
            <a:r>
              <a:rPr dirty="0" err="1"/>
              <a:t>производительности</a:t>
            </a:r>
            <a:r>
              <a:rPr dirty="0"/>
              <a:t> и </a:t>
            </a:r>
            <a:r>
              <a:rPr dirty="0" err="1"/>
              <a:t>отсутствия</a:t>
            </a:r>
            <a:r>
              <a:rPr dirty="0"/>
              <a:t> </a:t>
            </a:r>
            <a:r>
              <a:rPr dirty="0" err="1"/>
              <a:t>задержек</a:t>
            </a:r>
            <a:r>
              <a:rPr dirty="0"/>
              <a:t> </a:t>
            </a:r>
            <a:r>
              <a:rPr dirty="0" err="1"/>
              <a:t>коллизии</a:t>
            </a:r>
            <a:r>
              <a:rPr dirty="0"/>
              <a:t> </a:t>
            </a:r>
            <a:r>
              <a:rPr dirty="0" err="1"/>
              <a:t>рассчитываются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алгоритму</a:t>
            </a:r>
            <a:r>
              <a:rPr dirty="0"/>
              <a:t> </a:t>
            </a:r>
            <a:r>
              <a:rPr dirty="0" err="1"/>
              <a:t>расстояния</a:t>
            </a:r>
            <a:r>
              <a:rPr dirty="0"/>
              <a:t>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центрами</a:t>
            </a:r>
            <a:r>
              <a:rPr dirty="0"/>
              <a:t> </a:t>
            </a:r>
            <a:r>
              <a:rPr dirty="0" err="1"/>
              <a:t>кругов</a:t>
            </a:r>
            <a:r>
              <a:rPr dirty="0"/>
              <a:t> (</a:t>
            </a:r>
            <a:r>
              <a:rPr dirty="0" err="1"/>
              <a:t>circle_collision</a:t>
            </a:r>
            <a:r>
              <a:rPr dirty="0"/>
              <a:t>).</a:t>
            </a:r>
          </a:p>
          <a:p>
            <a:pPr>
              <a:spcBef>
                <a:spcPts val="800"/>
              </a:spcBef>
              <a:defRPr sz="1500" b="1">
                <a:solidFill>
                  <a:srgbClr val="00FFC8"/>
                </a:solidFill>
                <a:latin typeface="Arial"/>
              </a:defRPr>
            </a:pPr>
            <a:r>
              <a:rPr dirty="0"/>
              <a:t>⚡ </a:t>
            </a:r>
            <a:r>
              <a:rPr dirty="0" err="1"/>
              <a:t>Модульность</a:t>
            </a:r>
            <a:r>
              <a:rPr dirty="0"/>
              <a:t> и </a:t>
            </a:r>
            <a:r>
              <a:rPr dirty="0" err="1"/>
              <a:t>слабая</a:t>
            </a:r>
            <a:r>
              <a:rPr dirty="0"/>
              <a:t> </a:t>
            </a:r>
            <a:r>
              <a:rPr dirty="0" err="1"/>
              <a:t>связанность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300">
                <a:solidFill>
                  <a:srgbClr val="9696A5"/>
                </a:solidFill>
                <a:latin typeface="Arial"/>
              </a:defRPr>
            </a:pPr>
            <a:r>
              <a:rPr dirty="0" err="1"/>
              <a:t>Каждый</a:t>
            </a:r>
            <a:r>
              <a:rPr dirty="0"/>
              <a:t> </a:t>
            </a:r>
            <a:r>
              <a:rPr dirty="0" err="1"/>
              <a:t>модуль</a:t>
            </a:r>
            <a:r>
              <a:rPr dirty="0"/>
              <a:t> </a:t>
            </a:r>
            <a:r>
              <a:rPr dirty="0" err="1"/>
              <a:t>отвечает</a:t>
            </a:r>
            <a:r>
              <a:rPr dirty="0"/>
              <a:t> </a:t>
            </a:r>
            <a:r>
              <a:rPr dirty="0" err="1"/>
              <a:t>строго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свою</a:t>
            </a:r>
            <a:r>
              <a:rPr dirty="0"/>
              <a:t> </a:t>
            </a:r>
            <a:r>
              <a:rPr dirty="0" err="1"/>
              <a:t>область</a:t>
            </a:r>
            <a:r>
              <a:rPr dirty="0"/>
              <a:t> (</a:t>
            </a:r>
            <a:r>
              <a:rPr dirty="0" err="1"/>
              <a:t>принцип</a:t>
            </a:r>
            <a:r>
              <a:rPr dirty="0"/>
              <a:t> SRP). </a:t>
            </a:r>
            <a:r>
              <a:rPr dirty="0" err="1"/>
              <a:t>Игрок</a:t>
            </a:r>
            <a:r>
              <a:rPr dirty="0"/>
              <a:t> </a:t>
            </a:r>
            <a:r>
              <a:rPr dirty="0" err="1"/>
              <a:t>ничего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знает</a:t>
            </a:r>
            <a:r>
              <a:rPr dirty="0"/>
              <a:t> </a:t>
            </a:r>
            <a:r>
              <a:rPr dirty="0" err="1"/>
              <a:t>про</a:t>
            </a:r>
            <a:r>
              <a:rPr dirty="0"/>
              <a:t> </a:t>
            </a:r>
            <a:r>
              <a:rPr dirty="0" err="1"/>
              <a:t>спавнер</a:t>
            </a:r>
            <a:r>
              <a:rPr dirty="0"/>
              <a:t>, а </a:t>
            </a:r>
            <a:r>
              <a:rPr dirty="0" err="1"/>
              <a:t>враги</a:t>
            </a:r>
            <a:r>
              <a:rPr dirty="0"/>
              <a:t> </a:t>
            </a:r>
            <a:r>
              <a:rPr dirty="0" err="1"/>
              <a:t>общаются</a:t>
            </a:r>
            <a:r>
              <a:rPr dirty="0"/>
              <a:t> с </a:t>
            </a:r>
            <a:r>
              <a:rPr dirty="0" err="1"/>
              <a:t>ядром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четкие</a:t>
            </a:r>
            <a:r>
              <a:rPr dirty="0"/>
              <a:t> </a:t>
            </a:r>
            <a:r>
              <a:rPr dirty="0" err="1"/>
              <a:t>интерфейсы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828800"/>
            <a:ext cx="4297680" cy="3931920"/>
          </a:xfrm>
          <a:prstGeom prst="roundRect">
            <a:avLst/>
          </a:prstGeom>
          <a:solidFill>
            <a:srgbClr val="121220"/>
          </a:solidFill>
          <a:ln w="12700">
            <a:solidFill>
              <a:srgbClr val="C8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C800FF"/>
                </a:solidFill>
                <a:latin typeface="Arial"/>
              </a:defRPr>
            </a:pPr>
            <a:r>
              <a:rPr lang="ru-RU" dirty="0"/>
              <a:t>СТРУКТУРА КАТАЛОГА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 err="1"/>
              <a:t>VoidHunter</a:t>
            </a:r>
            <a:r>
              <a:rPr lang="en-US" dirty="0"/>
              <a:t>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├── assets/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images/        # </a:t>
            </a:r>
            <a:r>
              <a:rPr lang="ru-RU" dirty="0"/>
              <a:t>Спрайты и графика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└── </a:t>
            </a:r>
            <a:r>
              <a:rPr lang="en-US" dirty="0"/>
              <a:t>sounds/        # </a:t>
            </a:r>
            <a:r>
              <a:rPr lang="ru-RU" dirty="0"/>
              <a:t>Звуковые эффекты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 err="1"/>
              <a:t>src</a:t>
            </a:r>
            <a:r>
              <a:rPr lang="en-US" dirty="0"/>
              <a:t>/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__init__.py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enemy.py       # </a:t>
            </a:r>
            <a:r>
              <a:rPr lang="ru-RU" dirty="0"/>
              <a:t>Классы противников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game.py        # </a:t>
            </a:r>
            <a:r>
              <a:rPr lang="ru-RU" dirty="0"/>
              <a:t>Игровой цикл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player.py      # </a:t>
            </a:r>
            <a:r>
              <a:rPr lang="ru-RU" dirty="0"/>
              <a:t>Класс игрока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projectile.py  # </a:t>
            </a:r>
            <a:r>
              <a:rPr lang="ru-RU" dirty="0"/>
              <a:t>Класс снарядов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sound.py       # </a:t>
            </a:r>
            <a:r>
              <a:rPr lang="ru-RU" dirty="0"/>
              <a:t>Менеджер звуков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spawner.py     # </a:t>
            </a:r>
            <a:r>
              <a:rPr lang="ru-RU" dirty="0" err="1"/>
              <a:t>Спавнер</a:t>
            </a:r>
            <a:r>
              <a:rPr lang="ru-RU" dirty="0"/>
              <a:t> волн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├── </a:t>
            </a:r>
            <a:r>
              <a:rPr lang="en-US" dirty="0"/>
              <a:t>ui.py          # </a:t>
            </a:r>
            <a:r>
              <a:rPr lang="ru-RU" dirty="0"/>
              <a:t>Меню и </a:t>
            </a:r>
            <a:r>
              <a:rPr lang="en-US" dirty="0"/>
              <a:t>HUD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en-US" dirty="0"/>
              <a:t> │    ├── utils.py       # </a:t>
            </a:r>
            <a:r>
              <a:rPr lang="ru-RU" dirty="0"/>
              <a:t>Коллизии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│    └── </a:t>
            </a:r>
            <a:r>
              <a:rPr lang="en-US" dirty="0"/>
              <a:t>void_core.py   # </a:t>
            </a:r>
            <a:r>
              <a:rPr lang="ru-RU" dirty="0"/>
              <a:t>Сбор </a:t>
            </a:r>
            <a:r>
              <a:rPr lang="en-US" dirty="0" err="1"/>
              <a:t>VoidCore</a:t>
            </a:r>
            <a:endParaRPr lang="en-US" dirty="0"/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/>
              <a:t>config.py        </a:t>
            </a:r>
            <a:r>
              <a:rPr lang="ru-RU" dirty="0"/>
              <a:t> </a:t>
            </a:r>
            <a:r>
              <a:rPr lang="en-US" dirty="0"/>
              <a:t>  # </a:t>
            </a:r>
            <a:r>
              <a:rPr lang="ru-RU" dirty="0"/>
              <a:t>Параметры игры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├── </a:t>
            </a:r>
            <a:r>
              <a:rPr lang="en-US" dirty="0"/>
              <a:t>requirements.txt </a:t>
            </a:r>
            <a:r>
              <a:rPr lang="ru-RU" dirty="0"/>
              <a:t> </a:t>
            </a:r>
            <a:r>
              <a:rPr lang="en-US" dirty="0"/>
              <a:t>  # </a:t>
            </a:r>
            <a:r>
              <a:rPr lang="ru-RU" dirty="0"/>
              <a:t>Зависимости</a:t>
            </a:r>
          </a:p>
          <a:p>
            <a:pPr>
              <a:spcAft>
                <a:spcPts val="100"/>
              </a:spcAft>
              <a:defRPr sz="950">
                <a:solidFill>
                  <a:srgbClr val="F0F0F5"/>
                </a:solidFill>
                <a:latin typeface="Courier New"/>
              </a:defRPr>
            </a:pPr>
            <a:r>
              <a:rPr lang="ru-RU" dirty="0"/>
              <a:t> └── </a:t>
            </a:r>
            <a:r>
              <a:rPr lang="en-US" dirty="0"/>
              <a:t>main.py         </a:t>
            </a:r>
            <a:r>
              <a:rPr lang="ru-RU" dirty="0"/>
              <a:t> </a:t>
            </a:r>
            <a:r>
              <a:rPr lang="en-US" dirty="0"/>
              <a:t>   # </a:t>
            </a:r>
            <a:r>
              <a:rPr lang="ru-RU" dirty="0"/>
              <a:t>Точка входа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799" y="1951672"/>
            <a:ext cx="8534095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800"/>
              </a:spcAft>
              <a:defRPr sz="4400" b="1">
                <a:solidFill>
                  <a:srgbClr val="00FFC8"/>
                </a:solidFill>
                <a:latin typeface="Arial"/>
              </a:defRPr>
            </a:pPr>
            <a:r>
              <a:rPr lang="ru-RU" sz="9600" dirty="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810</Words>
  <Application>Microsoft Office PowerPoint</Application>
  <PresentationFormat>Широкоэкранный</PresentationFormat>
  <Paragraphs>111</Paragraphs>
  <Slides>8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Chatty Toaster</cp:lastModifiedBy>
  <cp:revision>6</cp:revision>
  <dcterms:created xsi:type="dcterms:W3CDTF">2013-01-27T09:14:16Z</dcterms:created>
  <dcterms:modified xsi:type="dcterms:W3CDTF">2026-06-29T06:21:07Z</dcterms:modified>
  <cp:category/>
</cp:coreProperties>
</file>